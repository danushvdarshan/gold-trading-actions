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matic SC"/>
      <p:regular r:id="rId21"/>
      <p:bold r:id="rId22"/>
    </p:embeddedFont>
    <p:embeddedFont>
      <p:font typeface="Source Code Pr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maticSC-bold.fntdata"/><Relationship Id="rId21" Type="http://schemas.openxmlformats.org/officeDocument/2006/relationships/font" Target="fonts/AmaticSC-regular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35b938bb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35b938bb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35b938bb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35b938bb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66a6046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66a6046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5b938bb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5b938bb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5b938bb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5b938bb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66a604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66a604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5b938bb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5b938bb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5b938bb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35b938bb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5b938bb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5b938bb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35b938bb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35b938bb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5b938bb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35b938bb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366a604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366a604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66a604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66a604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35b938bb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35b938bb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ENGINEERING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JOSHUA NATHANAEL B230993EP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BASICS RULES OF TIME SERIES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MUST BE STATIONARY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FUTURE DATA MUST BE HIDDEN FROM PAST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ISSUES CAUSED BY THESE RULES: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CANNOT USE STANDARD SCALER , BOX-COX OR ANY STATISTICAL TRANSFORMATION BASED ON DISTRIBUTION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CANNOT USE STANDARD GRID SEARCH CV , MUST USE TIME SERIES VERSION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CAN NOT USE DIMENSIONALITY REDUCTION LIKE PCA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BASICS COMPONENTS OF TIME SERIES DATA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A TIME SERIES DATA IS MADE OF THREE COMPONENTS :  TREND , SEASONALITY AND RESIDUALS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2. IF THE ORIGINAL SERIES IS SUM OF THESES THREE COMPONENTS ITS ADDITIVE , IF ITS A PRODUCT THEN ITS MULTIPLICATIVE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74" y="201575"/>
            <a:ext cx="7192850" cy="47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395"/>
            <a:ext cx="9144001" cy="4932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528" y="126800"/>
            <a:ext cx="7391550" cy="23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528" y="2625350"/>
            <a:ext cx="7083875" cy="14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25" y="0"/>
            <a:ext cx="6653049" cy="27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62" y="3418575"/>
            <a:ext cx="8952874" cy="143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75" y="400290"/>
            <a:ext cx="9144000" cy="141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 CREATED  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ACTION LAGS , SINCE THE PAST ACTION IS THE RESULT OF ALL THE INFLUENCES IT CONTAINS ALL THE DATA WITHIN </a:t>
            </a:r>
            <a:r>
              <a:rPr lang="en-GB"/>
              <a:t>ITSELF</a:t>
            </a:r>
            <a:r>
              <a:rPr lang="en-GB"/>
              <a:t> WE USE </a:t>
            </a:r>
            <a:r>
              <a:rPr lang="en-GB"/>
              <a:t>CERTAIN</a:t>
            </a:r>
            <a:r>
              <a:rPr lang="en-GB"/>
              <a:t> ACTIONS LIKE PAST DAY ACTION , HOLD FREQUENCY , PAST 5 DAY ACTION SO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GOLD PERCENTAGE RETURNS FOR 3 , 4 ,5 DAYS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WE USED SILVER, SP </a:t>
            </a:r>
            <a:r>
              <a:rPr lang="en-GB"/>
              <a:t>CLOSE</a:t>
            </a:r>
            <a:r>
              <a:rPr lang="en-GB"/>
              <a:t> PERCENTAGES AND THEIR </a:t>
            </a:r>
            <a:r>
              <a:rPr lang="en-GB"/>
              <a:t>CORRELATION</a:t>
            </a:r>
            <a:r>
              <a:rPr lang="en-GB"/>
              <a:t> WITH GOLD TOO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VOLUME </a:t>
            </a:r>
            <a:r>
              <a:rPr lang="en-GB"/>
              <a:t>PERCENTAGE/LOG</a:t>
            </a:r>
            <a:r>
              <a:rPr lang="en-GB"/>
              <a:t> CHANGE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MOMENTUMS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0246" y="292850"/>
            <a:ext cx="9143999" cy="42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700" y="148000"/>
            <a:ext cx="6745901" cy="31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500" y="3316000"/>
            <a:ext cx="6812101" cy="15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299"/>
            <a:ext cx="9143999" cy="509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