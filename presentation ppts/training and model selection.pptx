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2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1741-9DA4-6179-6FDA-564B3CCCC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9ED65-BC5C-88B4-4EA3-4B00C475B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7B51E-EFBC-A138-32C4-224087D4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C13D0-85E6-47EE-F924-13ECF499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9F608-DC92-9BB6-0BF1-EB8763AF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7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ECB39-2821-C830-B999-883664C6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64F97-B506-90FB-A6C5-A2A1ADD7D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FAAB3-0C36-6E7E-5994-1E643974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44E81-DB7F-D320-0C58-983F725E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D7DB8-F721-5A5F-8EB2-0D10DEEF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0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C422-7A89-18C5-727A-A8D8A20EB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22B41-1F57-1954-C6EF-F6CD7D962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24E46-9F5C-5F8F-B762-E314D0C6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FB64D-4CE0-00E2-7A1D-A3434D0A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7E67E-327B-A4CE-628F-55C67CA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7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411C-0C78-62D5-25B1-8E84DB53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14F5-C4A4-A7B5-0B4C-077D91941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CD75F-F6BD-F45C-8642-8B4394868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A791F-3A5F-1329-C7CC-E231E8EA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AF48E-C4C6-8FEC-A9C1-16C16D33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6252E-4821-4152-58F8-2A8632C9C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1640-64AD-A36E-E361-A9588D2E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2E51B-6EF5-10B6-03CD-DC561028B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A5992-E155-C059-1E6D-B2EE0FDED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947FC-964C-F358-490A-8340E06AA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E2968-5F2A-365F-79A0-EB4DCBBBA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08BBB-E87D-0019-4E0D-0A08505F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400E3-6C3C-7238-B7CB-47201C8B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76282-11C3-549E-49E7-3C223C67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6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0025-51F6-3680-7A0D-9B76116C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BF582-ACD9-2252-6FC5-09D6D704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D1E26-44CA-3C33-493C-0E9765A7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10330-2AE5-145C-7D6D-8AA47650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1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B1C603-7181-3970-62B6-001B7F48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2C431-4B96-88B4-5A13-9CFDD0052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876E9-F282-4483-EBF0-0DAFA67C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0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FF18-435F-DEA9-1555-26B845172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4FF9-FE04-2C4B-9EE8-A0DF9DA7F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FD89A-CC4B-8CE8-4400-A2BF41FFF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59E68-3101-7DE3-64EF-5249AAFE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7D214-84C6-4243-2E71-B4E0B781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8698D-F5CE-48F8-21D9-0D7B05DD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7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9C43-7BE1-1DD5-454C-65157419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E36D8-5C8E-D463-339F-1F2986811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DB246-871D-00FD-6FF9-163DD853C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5EBAB-7C8C-4EE2-2F53-09B1CCF3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BAEB5-31F4-5D24-4F4C-0614EAC8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72158-9DC7-8C49-387A-5812D5870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88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A882-567F-1F43-B4AF-A8FAD897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A9C2A-4AF9-6445-B4CB-90B0C8072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64FA6-7C0A-98C4-6D7B-759E43D6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86DE5-3E4A-7CE2-F540-EBE2A7ED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BAFE-4AD0-6CBE-5DE9-D2856DDD1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9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36ADB-026B-79E5-DB86-B9D18116F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03026-4455-E8C1-D504-AA2489ABD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4F3B1-B35A-8C6D-1F76-EF21104B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F8BE-0D14-12E2-308E-A7268585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51359-AAD5-886C-0CB1-7D9238DD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9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C94E3-8BB7-1BBA-C70A-D89484AFB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1F6CE-87DE-3B7F-3C45-F55447D8A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E4C00-DD47-F93A-F216-B194AEAE4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4FE9C-D832-4B2C-96A5-E51A906FEA3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FF0CF-FAF0-8140-3683-D9BAE803A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7DD7D-2BCD-FAC8-A3F1-B1B840B08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8A612-AA82-4C01-BE01-11E975C9A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0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diagram of a flowchart&#10;&#10;AI-generated content may be incorrect.">
            <a:extLst>
              <a:ext uri="{FF2B5EF4-FFF2-40B4-BE49-F238E27FC236}">
                <a16:creationId xmlns:a16="http://schemas.microsoft.com/office/drawing/2014/main" id="{0FAD1FEE-B42E-ACAB-A366-9DBD143EF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008" r="-3" b="10279"/>
          <a:stretch>
            <a:fillRect/>
          </a:stretch>
        </p:blipFill>
        <p:spPr>
          <a:xfrm>
            <a:off x="643467" y="1212882"/>
            <a:ext cx="5294716" cy="4432233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D39EE351-2525-14E4-2552-2402B738E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781642"/>
            <a:ext cx="5294715" cy="5294715"/>
          </a:xfrm>
          <a:prstGeom prst="rect">
            <a:avLst/>
          </a:prstGeom>
        </p:spPr>
      </p:pic>
      <p:sp>
        <p:nvSpPr>
          <p:cNvPr id="8" name="AutoShape 8" descr="Image of ">
            <a:extLst>
              <a:ext uri="{FF2B5EF4-FFF2-40B4-BE49-F238E27FC236}">
                <a16:creationId xmlns:a16="http://schemas.microsoft.com/office/drawing/2014/main" id="{BF840712-05EA-CD55-E891-AE7B24B742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25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ED57C-AA28-9EB9-A021-CD6029191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30"/>
          <a:stretch>
            <a:fillRect/>
          </a:stretch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693D5B-247A-7134-C5E8-0323F7C607EB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1" name="AutoShape 4" descr="Image of ">
            <a:extLst>
              <a:ext uri="{FF2B5EF4-FFF2-40B4-BE49-F238E27FC236}">
                <a16:creationId xmlns:a16="http://schemas.microsoft.com/office/drawing/2014/main" id="{F7B7EB9A-D592-2BF5-9649-7389F4928A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E543868-2DC1-2367-5F80-CCBD1C87A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360" y="2133600"/>
            <a:ext cx="4832734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CBE81-BE30-4AEB-C204-FCA6FAD1E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4C9AA-8A6B-8B9E-BF26-2FF3BE22F6A5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E36857-0BE2-8824-DE88-FF4D38611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21" y="2876472"/>
            <a:ext cx="5212588" cy="861339"/>
          </a:xfrm>
          <a:prstGeom prst="rect">
            <a:avLst/>
          </a:prstGeom>
        </p:spPr>
      </p:pic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8469DFF8-B33B-9BD2-E663-0E36408EA8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0963E57-8602-471E-4733-FA7BDD415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-152400"/>
            <a:ext cx="668882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07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Vishaal G</dc:creator>
  <cp:lastModifiedBy>Vishaal G</cp:lastModifiedBy>
  <cp:revision>1</cp:revision>
  <dcterms:created xsi:type="dcterms:W3CDTF">2025-11-14T05:44:11Z</dcterms:created>
  <dcterms:modified xsi:type="dcterms:W3CDTF">2025-11-14T13:49:15Z</dcterms:modified>
</cp:coreProperties>
</file>